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ACDCD3"/>
    <a:srgbClr val="18325C"/>
    <a:srgbClr val="E23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94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052B-7640-A386-220A-BF2ED8F19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40826-6D63-6EC2-8F92-829FCF3A5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BBFAB-14A6-4674-25C4-ECA5EED9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52ED6-AB22-944F-A488-E4EB2B96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01CB0-20DC-FED3-AC4E-7BCEEF94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43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75A7-A289-9C34-5CCD-BEEA1AB6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A104-4F99-7E06-F15A-12CF2548F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DE925-5CF9-9A32-F940-387E905B6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90A65-C6D1-2563-689C-052E10281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F7116-BFA3-9665-BED2-22E249B8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6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3E77-3046-F2FC-1069-EBD2E4AD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F82F1-D173-EB3C-4B6A-348CB50C3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735BE-4AE2-6220-05AF-8CBB6400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7FFB7-8D90-FC26-E716-3589430D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DBE0C-D3B1-54FC-4F4B-A7BB59E63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59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33DF5-E24F-ADC7-D943-8A5741E7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99621-FCD8-B2F0-BD09-ECF8160CA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8F285-56D5-651E-E451-A0837BA6B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E879D-96BE-7A13-1004-DB04EC2C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C9225-3F38-090C-72A2-CE7733BB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1FFBD-7824-62E3-057B-6B7CDB2C9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6653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1AF6-0172-1F9A-0CBF-BB6C7334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0F278-4099-8255-B36E-FC0A59E79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43B3A-670C-B544-0F70-6143EC97F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A1A691-B167-A59F-A61A-E10294FCA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8F2EBE-F075-C59B-37F9-D37522BA8F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9A0A55-69F6-984D-9592-0083C73FC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A02AF-AAEE-907F-062C-51EB8BEA1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4DA35E-8E87-CDF8-5CC0-AB28B0AF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55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ABD1-D30E-47BE-8049-DCFA6C2A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72BB7-3E2E-A009-8AC4-17046C69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314BB-C523-393E-418C-4029281D0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8D193-4F22-B87E-A29B-D1B3BC73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30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A00E7-25EC-D7F8-307F-739CEB13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A21EF-30DA-05D6-F3C1-35DC6C0B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7D980-CAAC-CB1F-285D-807CB353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14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82C8-0119-E1AB-367A-1340CD2C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2D84-0705-CF60-287D-F18A84FE4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E469B-8498-D398-C40C-FAE55F2C8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E0393-532D-21CA-FD86-8CBB326C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BD083-D6E6-24E8-3D89-A6688BD40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016F3-D508-A3FD-F7D9-33A1B06E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928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95C1-B3BE-FDE4-A59C-08502FAD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1C1EEA-786F-56A9-7217-4A16AD032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7E6BF-5028-6A50-EABC-DBB66A51E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95483-669B-4064-91A2-79B839BC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B87BD-55E9-CD48-4768-84AAFCE5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54F72-74AD-2C0F-80FE-D8C56390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9004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7FA9-3D74-4DFF-CBC8-A57FEBBF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D7DEA-5DA5-C6F9-F72A-266A5B0CF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F5483-DDA8-F3A2-C25F-2848B6CA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AEA56-BE18-19B4-8C60-B33234808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2E435-7DB6-3037-F815-BA94ED83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492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9EB247-491E-7074-09CD-186A42D38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3C39B-A8C4-D2D4-22A4-DD9576BEE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927CA-2EE3-B9B9-4CF6-37A0A63E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FBE87-AB2C-9946-6A3E-7A4679ED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0801C-39C0-4CA9-DE8E-5BBA5283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46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60297D-2C51-9DAA-70D9-B5C380949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AF001-24E6-8E15-FA40-6B70D1010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CCC2E-E6D8-A73F-C46B-1E56943BE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9F125-9C92-4F42-937B-0B9E7A11347D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45941-3D45-5F33-9C2C-AD54E30B1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AA589-BAF6-0BC6-D622-884FDEB43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F837C-055F-4294-9645-9F76878CCE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10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C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F084E9-5D73-8F68-D628-66818FEADDF7}"/>
              </a:ext>
            </a:extLst>
          </p:cNvPr>
          <p:cNvSpPr/>
          <p:nvPr/>
        </p:nvSpPr>
        <p:spPr>
          <a:xfrm rot="1569882">
            <a:off x="10727072" y="914330"/>
            <a:ext cx="914400" cy="6697148"/>
          </a:xfrm>
          <a:prstGeom prst="rect">
            <a:avLst/>
          </a:prstGeom>
          <a:solidFill>
            <a:srgbClr val="E231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63D932-8A32-4604-70A9-15751A8AA69F}"/>
              </a:ext>
            </a:extLst>
          </p:cNvPr>
          <p:cNvSpPr/>
          <p:nvPr/>
        </p:nvSpPr>
        <p:spPr>
          <a:xfrm rot="1569882">
            <a:off x="9949465" y="-442776"/>
            <a:ext cx="914400" cy="8446442"/>
          </a:xfrm>
          <a:prstGeom prst="rect">
            <a:avLst/>
          </a:prstGeom>
          <a:solidFill>
            <a:srgbClr val="18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3AA47-886C-E031-B2DC-C34B644D6898}"/>
              </a:ext>
            </a:extLst>
          </p:cNvPr>
          <p:cNvSpPr/>
          <p:nvPr/>
        </p:nvSpPr>
        <p:spPr>
          <a:xfrm>
            <a:off x="261730" y="175087"/>
            <a:ext cx="11668539" cy="6507825"/>
          </a:xfrm>
          <a:prstGeom prst="rect">
            <a:avLst/>
          </a:prstGeom>
          <a:solidFill>
            <a:srgbClr val="EBEBEB"/>
          </a:solidFill>
          <a:ln>
            <a:noFill/>
          </a:ln>
          <a:effectLst>
            <a:outerShdw blurRad="2159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AF6500-2AD4-29EC-D031-28189CA0C1CF}"/>
              </a:ext>
            </a:extLst>
          </p:cNvPr>
          <p:cNvSpPr/>
          <p:nvPr/>
        </p:nvSpPr>
        <p:spPr>
          <a:xfrm>
            <a:off x="347869" y="260721"/>
            <a:ext cx="1331843" cy="6309043"/>
          </a:xfrm>
          <a:prstGeom prst="roundRect">
            <a:avLst/>
          </a:prstGeom>
          <a:solidFill>
            <a:srgbClr val="ACDC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CAD129-FC15-0B57-35AD-073B157118D8}"/>
              </a:ext>
            </a:extLst>
          </p:cNvPr>
          <p:cNvSpPr/>
          <p:nvPr/>
        </p:nvSpPr>
        <p:spPr>
          <a:xfrm>
            <a:off x="1881808" y="636499"/>
            <a:ext cx="2176121" cy="1017610"/>
          </a:xfrm>
          <a:prstGeom prst="roundRect">
            <a:avLst/>
          </a:prstGeom>
          <a:solidFill>
            <a:srgbClr val="ACDC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Picture 11" descr="A pink and black letter&#10;&#10;AI-generated content may be incorrect.">
            <a:extLst>
              <a:ext uri="{FF2B5EF4-FFF2-40B4-BE49-F238E27FC236}">
                <a16:creationId xmlns:a16="http://schemas.microsoft.com/office/drawing/2014/main" id="{75D0A95B-DF12-1B2B-E8AA-26A86DBE1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504" y="941890"/>
            <a:ext cx="2843627" cy="40682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76E34B-2299-7914-AB3E-2ED4380A3661}"/>
              </a:ext>
            </a:extLst>
          </p:cNvPr>
          <p:cNvSpPr/>
          <p:nvPr/>
        </p:nvSpPr>
        <p:spPr>
          <a:xfrm>
            <a:off x="4215046" y="636499"/>
            <a:ext cx="2176121" cy="1017610"/>
          </a:xfrm>
          <a:prstGeom prst="roundRect">
            <a:avLst/>
          </a:prstGeom>
          <a:solidFill>
            <a:srgbClr val="ACDC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FD0850-3BFA-7129-6214-A642849A3007}"/>
              </a:ext>
            </a:extLst>
          </p:cNvPr>
          <p:cNvSpPr/>
          <p:nvPr/>
        </p:nvSpPr>
        <p:spPr>
          <a:xfrm>
            <a:off x="6548284" y="636499"/>
            <a:ext cx="2176121" cy="1017610"/>
          </a:xfrm>
          <a:prstGeom prst="roundRect">
            <a:avLst/>
          </a:prstGeom>
          <a:solidFill>
            <a:srgbClr val="ACDC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42BC09C-C6D9-DF7D-971F-C401DB4B7C5D}"/>
              </a:ext>
            </a:extLst>
          </p:cNvPr>
          <p:cNvSpPr/>
          <p:nvPr/>
        </p:nvSpPr>
        <p:spPr>
          <a:xfrm>
            <a:off x="1881808" y="1759227"/>
            <a:ext cx="3644349" cy="4810538"/>
          </a:xfrm>
          <a:prstGeom prst="roundRect">
            <a:avLst>
              <a:gd name="adj" fmla="val 4986"/>
            </a:avLst>
          </a:prstGeom>
          <a:solidFill>
            <a:srgbClr val="EBEB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159037A-6FFB-47D2-0B65-AB36F90CB2AF}"/>
              </a:ext>
            </a:extLst>
          </p:cNvPr>
          <p:cNvSpPr/>
          <p:nvPr/>
        </p:nvSpPr>
        <p:spPr>
          <a:xfrm>
            <a:off x="5700546" y="1759227"/>
            <a:ext cx="3023859" cy="2335695"/>
          </a:xfrm>
          <a:prstGeom prst="roundRect">
            <a:avLst>
              <a:gd name="adj" fmla="val 4986"/>
            </a:avLst>
          </a:prstGeom>
          <a:solidFill>
            <a:srgbClr val="EBEB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D5A31-3971-A281-0300-76C1AFA99DC6}"/>
              </a:ext>
            </a:extLst>
          </p:cNvPr>
          <p:cNvSpPr/>
          <p:nvPr/>
        </p:nvSpPr>
        <p:spPr>
          <a:xfrm>
            <a:off x="8820272" y="1759227"/>
            <a:ext cx="3023859" cy="2335695"/>
          </a:xfrm>
          <a:prstGeom prst="roundRect">
            <a:avLst>
              <a:gd name="adj" fmla="val 4986"/>
            </a:avLst>
          </a:prstGeom>
          <a:solidFill>
            <a:srgbClr val="EBEB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0BDB41B-3E2F-1BB7-9E93-9D1FC456826D}"/>
              </a:ext>
            </a:extLst>
          </p:cNvPr>
          <p:cNvSpPr/>
          <p:nvPr/>
        </p:nvSpPr>
        <p:spPr>
          <a:xfrm>
            <a:off x="5700546" y="4194555"/>
            <a:ext cx="3023859" cy="2335695"/>
          </a:xfrm>
          <a:prstGeom prst="roundRect">
            <a:avLst>
              <a:gd name="adj" fmla="val 4986"/>
            </a:avLst>
          </a:prstGeom>
          <a:solidFill>
            <a:srgbClr val="EBEB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EB76AE0-7632-086C-3E2A-D06C787B0DC7}"/>
              </a:ext>
            </a:extLst>
          </p:cNvPr>
          <p:cNvSpPr/>
          <p:nvPr/>
        </p:nvSpPr>
        <p:spPr>
          <a:xfrm>
            <a:off x="8820272" y="4194555"/>
            <a:ext cx="3023859" cy="2335695"/>
          </a:xfrm>
          <a:prstGeom prst="roundRect">
            <a:avLst>
              <a:gd name="adj" fmla="val 4986"/>
            </a:avLst>
          </a:prstGeom>
          <a:solidFill>
            <a:srgbClr val="EBEB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087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2027-63C7-14E4-DCAE-224D95468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78010D-2321-8C97-411F-4A51EC8B2A86}"/>
              </a:ext>
            </a:extLst>
          </p:cNvPr>
          <p:cNvSpPr/>
          <p:nvPr/>
        </p:nvSpPr>
        <p:spPr>
          <a:xfrm rot="1569882">
            <a:off x="10727072" y="914330"/>
            <a:ext cx="914400" cy="6697148"/>
          </a:xfrm>
          <a:prstGeom prst="rect">
            <a:avLst/>
          </a:prstGeom>
          <a:solidFill>
            <a:srgbClr val="E231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09C478-C44F-819C-8A47-A3F95C5A6AAF}"/>
              </a:ext>
            </a:extLst>
          </p:cNvPr>
          <p:cNvSpPr/>
          <p:nvPr/>
        </p:nvSpPr>
        <p:spPr>
          <a:xfrm rot="1569882">
            <a:off x="9949465" y="-442776"/>
            <a:ext cx="914400" cy="8446442"/>
          </a:xfrm>
          <a:prstGeom prst="rect">
            <a:avLst/>
          </a:prstGeom>
          <a:solidFill>
            <a:srgbClr val="18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922957B-A428-D1B4-5491-5DBB7FDB27AF}"/>
              </a:ext>
            </a:extLst>
          </p:cNvPr>
          <p:cNvGrpSpPr/>
          <p:nvPr/>
        </p:nvGrpSpPr>
        <p:grpSpPr>
          <a:xfrm>
            <a:off x="156000" y="175087"/>
            <a:ext cx="11880000" cy="6507825"/>
            <a:chOff x="261729" y="175087"/>
            <a:chExt cx="11880000" cy="65078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F17F49-8DB0-0EC8-AD93-CC041E2814BE}"/>
                </a:ext>
              </a:extLst>
            </p:cNvPr>
            <p:cNvSpPr/>
            <p:nvPr/>
          </p:nvSpPr>
          <p:spPr>
            <a:xfrm>
              <a:off x="261729" y="175087"/>
              <a:ext cx="11880000" cy="6507825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  <a:effectLst>
              <a:outerShdw blurRad="2159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318AA06-B856-ED7D-3E58-16CEC1DB0219}"/>
                </a:ext>
              </a:extLst>
            </p:cNvPr>
            <p:cNvSpPr/>
            <p:nvPr/>
          </p:nvSpPr>
          <p:spPr>
            <a:xfrm>
              <a:off x="334800" y="274477"/>
              <a:ext cx="1440000" cy="6309043"/>
            </a:xfrm>
            <a:prstGeom prst="roundRect">
              <a:avLst/>
            </a:prstGeom>
            <a:solidFill>
              <a:srgbClr val="ACDCD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BC44754-ED61-DECB-8334-560CE1645685}"/>
                </a:ext>
              </a:extLst>
            </p:cNvPr>
            <p:cNvSpPr/>
            <p:nvPr/>
          </p:nvSpPr>
          <p:spPr>
            <a:xfrm>
              <a:off x="1925353" y="274477"/>
              <a:ext cx="2176121" cy="1017610"/>
            </a:xfrm>
            <a:prstGeom prst="roundRect">
              <a:avLst/>
            </a:prstGeom>
            <a:solidFill>
              <a:srgbClr val="ACDCD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2" name="Picture 11" descr="A pink and black letter&#10;&#10;AI-generated content may be incorrect.">
              <a:extLst>
                <a:ext uri="{FF2B5EF4-FFF2-40B4-BE49-F238E27FC236}">
                  <a16:creationId xmlns:a16="http://schemas.microsoft.com/office/drawing/2014/main" id="{BFEE7852-2E1E-2B91-52BF-F342F4288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00504" y="579868"/>
              <a:ext cx="2843627" cy="406828"/>
            </a:xfrm>
            <a:prstGeom prst="rect">
              <a:avLst/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55CED85-307F-F006-1F56-2947348A0517}"/>
                </a:ext>
              </a:extLst>
            </p:cNvPr>
            <p:cNvSpPr/>
            <p:nvPr/>
          </p:nvSpPr>
          <p:spPr>
            <a:xfrm>
              <a:off x="4258591" y="274477"/>
              <a:ext cx="2176121" cy="1017610"/>
            </a:xfrm>
            <a:prstGeom prst="roundRect">
              <a:avLst/>
            </a:prstGeom>
            <a:solidFill>
              <a:srgbClr val="ACDCD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5473F97-C441-866D-E8B2-32175DDB6C88}"/>
                </a:ext>
              </a:extLst>
            </p:cNvPr>
            <p:cNvSpPr/>
            <p:nvPr/>
          </p:nvSpPr>
          <p:spPr>
            <a:xfrm>
              <a:off x="6591829" y="274477"/>
              <a:ext cx="2176121" cy="1017610"/>
            </a:xfrm>
            <a:prstGeom prst="roundRect">
              <a:avLst/>
            </a:prstGeom>
            <a:solidFill>
              <a:srgbClr val="ACDCD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13B3E01-6951-D9DC-3048-E11C6260B6FD}"/>
                </a:ext>
              </a:extLst>
            </p:cNvPr>
            <p:cNvSpPr/>
            <p:nvPr/>
          </p:nvSpPr>
          <p:spPr>
            <a:xfrm>
              <a:off x="1925352" y="1440000"/>
              <a:ext cx="3780000" cy="5143520"/>
            </a:xfrm>
            <a:prstGeom prst="roundRect">
              <a:avLst>
                <a:gd name="adj" fmla="val 4986"/>
              </a:avLst>
            </a:prstGeom>
            <a:solidFill>
              <a:srgbClr val="EBEBE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CD9D934-81B8-7CBC-6147-8E250FA27C46}"/>
                </a:ext>
              </a:extLst>
            </p:cNvPr>
            <p:cNvSpPr/>
            <p:nvPr/>
          </p:nvSpPr>
          <p:spPr>
            <a:xfrm>
              <a:off x="5858702" y="1440001"/>
              <a:ext cx="3024000" cy="5129764"/>
            </a:xfrm>
            <a:prstGeom prst="roundRect">
              <a:avLst>
                <a:gd name="adj" fmla="val 4986"/>
              </a:avLst>
            </a:prstGeom>
            <a:solidFill>
              <a:srgbClr val="EBEBE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515BDB7-A907-91C0-8DDA-D3DBD2645166}"/>
                </a:ext>
              </a:extLst>
            </p:cNvPr>
            <p:cNvSpPr/>
            <p:nvPr/>
          </p:nvSpPr>
          <p:spPr>
            <a:xfrm>
              <a:off x="9032400" y="1440000"/>
              <a:ext cx="3024000" cy="5129763"/>
            </a:xfrm>
            <a:prstGeom prst="roundRect">
              <a:avLst>
                <a:gd name="adj" fmla="val 4986"/>
              </a:avLst>
            </a:prstGeom>
            <a:solidFill>
              <a:srgbClr val="EBEBE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43746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4C4C0-5ADA-1CDE-8BEA-A9A15DA4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61400A-E050-52E8-D81B-CA03FADA5859}"/>
              </a:ext>
            </a:extLst>
          </p:cNvPr>
          <p:cNvSpPr/>
          <p:nvPr/>
        </p:nvSpPr>
        <p:spPr>
          <a:xfrm rot="1569882">
            <a:off x="10727072" y="914330"/>
            <a:ext cx="914400" cy="6697148"/>
          </a:xfrm>
          <a:prstGeom prst="rect">
            <a:avLst/>
          </a:prstGeom>
          <a:solidFill>
            <a:srgbClr val="E231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5B760A-7D39-AFCB-C0B5-C74B05A5167C}"/>
              </a:ext>
            </a:extLst>
          </p:cNvPr>
          <p:cNvSpPr/>
          <p:nvPr/>
        </p:nvSpPr>
        <p:spPr>
          <a:xfrm rot="1569882">
            <a:off x="9949465" y="-442776"/>
            <a:ext cx="914400" cy="8446442"/>
          </a:xfrm>
          <a:prstGeom prst="rect">
            <a:avLst/>
          </a:prstGeom>
          <a:solidFill>
            <a:srgbClr val="18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2C1C7B-AA1C-5ECB-65E8-EBD3E0570706}"/>
              </a:ext>
            </a:extLst>
          </p:cNvPr>
          <p:cNvSpPr/>
          <p:nvPr/>
        </p:nvSpPr>
        <p:spPr>
          <a:xfrm>
            <a:off x="156000" y="175087"/>
            <a:ext cx="11880000" cy="6507825"/>
          </a:xfrm>
          <a:prstGeom prst="rect">
            <a:avLst/>
          </a:prstGeom>
          <a:solidFill>
            <a:srgbClr val="EBEBEB"/>
          </a:solidFill>
          <a:ln>
            <a:noFill/>
          </a:ln>
          <a:effectLst>
            <a:outerShdw blurRad="2159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Picture 11" descr="A pink and black letter&#10;&#10;AI-generated content may be incorrect.">
            <a:extLst>
              <a:ext uri="{FF2B5EF4-FFF2-40B4-BE49-F238E27FC236}">
                <a16:creationId xmlns:a16="http://schemas.microsoft.com/office/drawing/2014/main" id="{B0352C1D-35D1-2BE5-0229-57EDA0C88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775" y="579868"/>
            <a:ext cx="2843627" cy="406828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AA7FFE9-7132-0D61-6DB2-8C740E71A5E9}"/>
              </a:ext>
            </a:extLst>
          </p:cNvPr>
          <p:cNvSpPr/>
          <p:nvPr/>
        </p:nvSpPr>
        <p:spPr>
          <a:xfrm>
            <a:off x="516000" y="1282912"/>
            <a:ext cx="11160000" cy="5040000"/>
          </a:xfrm>
          <a:prstGeom prst="roundRect">
            <a:avLst>
              <a:gd name="adj" fmla="val 4986"/>
            </a:avLst>
          </a:prstGeom>
          <a:solidFill>
            <a:srgbClr val="EBEB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146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Frizo</dc:creator>
  <cp:lastModifiedBy>Albert Richard Moraes Lopes</cp:lastModifiedBy>
  <cp:revision>4</cp:revision>
  <dcterms:created xsi:type="dcterms:W3CDTF">2025-07-07T16:46:46Z</dcterms:created>
  <dcterms:modified xsi:type="dcterms:W3CDTF">2026-02-21T23:45:45Z</dcterms:modified>
</cp:coreProperties>
</file>